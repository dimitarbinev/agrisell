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T Mono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Mono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40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743075" y="2190750"/>
            <a:ext cx="56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7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AgriSell</a:t>
            </a:r>
            <a:endParaRPr b="0" i="0" sz="7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743075" y="3051200"/>
            <a:ext cx="532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37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Domashno Gang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7087" y="-4019608"/>
            <a:ext cx="7880255" cy="753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0832" y="1766900"/>
            <a:ext cx="3894825" cy="29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8">
            <a:alphaModFix/>
          </a:blip>
          <a:srcRect b="-49361" l="-193380" r="193380" t="64781"/>
          <a:stretch/>
        </p:blipFill>
        <p:spPr>
          <a:xfrm>
            <a:off x="6146344" y="2559450"/>
            <a:ext cx="744475" cy="6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9137" y="1766899"/>
            <a:ext cx="1398900" cy="139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10">
            <a:alphaModFix/>
          </a:blip>
          <a:srcRect b="13418" l="10426" r="11062" t="9111"/>
          <a:stretch/>
        </p:blipFill>
        <p:spPr>
          <a:xfrm>
            <a:off x="7100888" y="3176600"/>
            <a:ext cx="1398900" cy="138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90813" y="2720813"/>
            <a:ext cx="6381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134960" y="1561650"/>
            <a:ext cx="4618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Мобилно приложение за контакт с фермери, които искат да продават стоката си на нормални цени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решение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60" name="Google Shape;6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1890275" y="2158075"/>
            <a:ext cx="4600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chemeClr val="lt1"/>
                </a:solidFill>
              </a:rPr>
              <a:t>AgriSell</a:t>
            </a:r>
            <a:endParaRPr sz="10000">
              <a:solidFill>
                <a:schemeClr val="lt1"/>
              </a:solidFill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8">
            <a:alphaModFix/>
          </a:blip>
          <a:srcRect b="12570" l="0" r="0" t="-12570"/>
          <a:stretch/>
        </p:blipFill>
        <p:spPr>
          <a:xfrm>
            <a:off x="5703194" y="919171"/>
            <a:ext cx="2034500" cy="2447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72" name="Google Shape;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7675" y="928700"/>
            <a:ext cx="2356750" cy="23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7650" y="1269050"/>
            <a:ext cx="1986000" cy="17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5975" y="2450900"/>
            <a:ext cx="3468099" cy="19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 преживяване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екип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ментор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-Какво научих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 от Хакатона?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121" name="Google Shape;12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